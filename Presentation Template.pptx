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Merriweath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224a746e7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224a746e7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224a746e7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224a746e7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224a746e7_1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224a746e7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224a746e7_1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224a746e7_1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152400" y="1063526"/>
            <a:ext cx="91440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002F4A"/>
                </a:solidFill>
                <a:latin typeface="Merriweather"/>
                <a:ea typeface="Merriweather"/>
                <a:cs typeface="Merriweather"/>
                <a:sym typeface="Merriweather"/>
              </a:rPr>
              <a:t>Title</a:t>
            </a:r>
            <a:endParaRPr sz="4900">
              <a:solidFill>
                <a:srgbClr val="002F4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52400" y="4736375"/>
            <a:ext cx="2419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Date:</a:t>
            </a:r>
            <a:endParaRPr sz="13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52400" y="3854350"/>
            <a:ext cx="91440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extra information</a:t>
            </a:r>
            <a:endParaRPr i="1" sz="18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7" name="Google Shape;67;p13" title="cow (3).png"/>
          <p:cNvPicPr preferRelativeResize="0"/>
          <p:nvPr/>
        </p:nvPicPr>
        <p:blipFill rotWithShape="1">
          <a:blip r:embed="rId3">
            <a:alphaModFix/>
          </a:blip>
          <a:srcRect b="0" l="9123" r="0" t="26024"/>
          <a:stretch/>
        </p:blipFill>
        <p:spPr>
          <a:xfrm>
            <a:off x="270675" y="247900"/>
            <a:ext cx="1833149" cy="1492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210502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